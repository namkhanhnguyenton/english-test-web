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ENGLISH PROFICIENCY TEST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A1 Grammar &amp; Vocabulary - Đề 01</a:t>
            </a:r>
          </a:p>
          <a:p>
            <a:pPr algn="ctr">
              <a:defRPr sz="2000">
                <a:solidFill>
                  <a:srgbClr val="E2E8F0"/>
                </a:solidFill>
              </a:defRPr>
            </a:pPr>
            <a:r>
              <a:t>Số lượng: 10 câu hỏi | Thời gian: Theo quy định</a:t>
            </a:r>
            <a:br/>
            <a:r>
              <a:t>Hãy quan sát câu hỏi và tích chọn đáp án tương ứng trên phiếu làm bài.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1/10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1: She ___ to work by bus every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go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goes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going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gone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2: There ___ twenty students in the classroom.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is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are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be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was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3: What is the opposite of "Cheap"?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Free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Expensive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Easy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Slow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4: I do not have ___ money in my wallet.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any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some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many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a few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5: Where ___ you yesterday afternoon?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was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were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are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did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6: He is very good ___ playing chess.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in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at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on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with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7: Listen! The phone ___. Can you answer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rings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rang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is ringing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has rung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8: Last summer, my family ___ to Da Nang for vacation.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go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went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gone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going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9: This car is much ___ than that old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fast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faster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fastest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more fast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A1 GRAMMAR &amp; VOCABULARY - ĐỀ 01 — CÂU HỎI 10/10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10: Would you like ___ apple or an orange?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a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an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the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some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