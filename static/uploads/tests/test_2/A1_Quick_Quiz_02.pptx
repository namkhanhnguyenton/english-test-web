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C5FD"/>
                </a:solidFill>
              </a:defRPr>
            </a:pPr>
            <a:r>
              <a:t>ENGLISH PROFICIENCY TEST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A1 Quick Quiz - Đề 02</a:t>
            </a:r>
          </a:p>
          <a:p>
            <a:pPr algn="ctr">
              <a:defRPr sz="2000">
                <a:solidFill>
                  <a:srgbClr val="E2E8F0"/>
                </a:solidFill>
              </a:defRPr>
            </a:pPr>
            <a:r>
              <a:t>Số lượng: 6 câu hỏi | Thời gian: Theo quy định</a:t>
            </a:r>
            <a:br/>
            <a:r>
              <a:t>Hãy quan sát câu hỏi và tích chọn đáp án tương ứng trên phiếu làm bài.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QUICK QUIZ - ĐỀ 02 — CÂU HỎI 1/6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1: My sister ___ like drinking coffee.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don't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doesn't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isn't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aren't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QUICK QUIZ - ĐỀ 02 — CÂU HỎI 2/6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2: How ___ brothers and sisters do you have?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much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many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long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often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QUICK QUIZ - ĐỀ 02 — CÂU HỎI 3/6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3: I usually wake up ___ 6:30 AM every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at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on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in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QUICK QUIZ - ĐỀ 02 — CÂU HỎI 4/6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4: The weather today is ___ than yesterday.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hot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hotter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hottest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more 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QUICK QUIZ - ĐỀ 02 — CÂU HỎI 5/6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5: Can you help me ___ this heavy box?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carrying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carry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carried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to carried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QUICK QUIZ - ĐỀ 02 — CÂU HỎI 6/6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6: They ___ television when the power went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watched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were watching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are watching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have watched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