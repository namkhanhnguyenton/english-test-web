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C5FD"/>
                </a:solidFill>
              </a:defRPr>
            </a:pPr>
            <a:r>
              <a:t>ENGLISH PROFICIENCY TEST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B1 Intermediate Test - Đề 01</a:t>
            </a:r>
          </a:p>
          <a:p>
            <a:pPr algn="ctr">
              <a:defRPr sz="2000">
                <a:solidFill>
                  <a:srgbClr val="E2E8F0"/>
                </a:solidFill>
              </a:defRPr>
            </a:pPr>
            <a:r>
              <a:t>Số lượng: 5 câu hỏi | Thời gian: Theo quy định</a:t>
            </a:r>
            <a:br/>
            <a:r>
              <a:t>Hãy quan sát câu hỏi và tích chọn đáp án tương ứng trên phiếu làm bài.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B1 INTERMEDIATE TEST - ĐỀ 01 — CÂU HỎI 1/5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1: If I had enough money, I ___ a new laptop right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will buy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would buy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bought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had bought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B1 INTERMEDIATE TEST - ĐỀ 01 — CÂU HỎI 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2: The bridge ___ built in 1995 by an international company.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is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has been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was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were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B1 INTERMEDIATE TEST - ĐỀ 01 — CÂU HỎI 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3: She avoided ___ about her past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to talk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talk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talking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talked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B1 INTERMEDIATE TEST - ĐỀ 01 — CÂU HỎI 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4: The man ___ car was stolen called the police immediately.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who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whom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whose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which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B1 INTERMEDIATE TEST - ĐỀ 01 — CÂU HỎI 5/5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5: We have been friends ___ we were in primary school.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for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since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during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from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