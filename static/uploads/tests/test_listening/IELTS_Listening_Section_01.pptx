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57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3C5FD"/>
                </a:solidFill>
              </a:defRPr>
            </a:pPr>
            <a:r>
              <a:t>ENGLISH PROFICIENCY TEST</a:t>
            </a:r>
          </a:p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IELTS Listening &amp; Vocab Test 01</a:t>
            </a:r>
          </a:p>
          <a:p>
            <a:pPr algn="ctr">
              <a:defRPr sz="2000">
                <a:solidFill>
                  <a:srgbClr val="E2E8F0"/>
                </a:solidFill>
              </a:defRPr>
            </a:pPr>
            <a:r>
              <a:t>Số lượng: 5 câu hỏi | Thời gian: Theo quy định</a:t>
            </a:r>
            <a:br/>
            <a:r>
              <a:t>Hãy quan sát câu hỏi và tích chọn đáp án tương ứng trên phiếu làm bài.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IELTS LISTENING &amp; VOCAB TEST 01 — CÂU HỎI 1/5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1: What is the main topic of the conversation? (Trắc nghiệm)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A. University accommodation booking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B. Buying a train ticket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C. Applying for a student loan</a:t>
            </a:r>
          </a:p>
          <a:p>
            <a:pPr>
              <a:spcAft>
                <a:spcPts val="1400"/>
              </a:spcAft>
              <a:defRPr sz="2600" b="0">
                <a:solidFill>
                  <a:srgbClr val="1E293B"/>
                </a:solidFill>
              </a:defRPr>
            </a:pPr>
            <a:r>
              <a:t>D. Joining the library club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IELTS LISTENING &amp; VOCAB TEST 01 — CÂU HỎI 2/5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2: Student's surname: (Điền từ vựng nghe được)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IELTS LISTENING &amp; VOCAB TEST 01 — CÂU HỎI 3/5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3: Requested room type: (Điền từ vựng đơn)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IELTS LISTENING &amp; VOCAB TEST 01 — CÂU HỎI 4/5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4: What is the preferred arrival date? (Điền cả câu hoặc cụm từ)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B4C"/>
          </a:solidFill>
          <a:ln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IELTS LISTENING &amp; VOCAB TEST 01 — CÂU HỎI 5/5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1036015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E293B"/>
                </a:solidFill>
              </a:defRPr>
            </a:pPr>
            <a:r>
              <a:t>Question 5: Expected monthly budget: (Điền số hoặc từ vựng)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91840"/>
            <a:ext cx="94457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